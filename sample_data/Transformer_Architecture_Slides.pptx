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Transformer Architecture &amp; Self-Attention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Multimodal AI Hackathon 2026</a:t>
            </a:r>
          </a:p>
          <a:p>
            <a:r>
              <a:t>Module 4: Attention Mechanisms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Transformers? Limitations of RNNs and LSTMs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sequential models (RNNs/LSTMs) process tokens strictly step-by-step.</a:t>
            </a:r>
          </a:p>
          <a:p>
            <a:r>
              <a:t>Sequential dependency prevents parallel execution across GPU cores during training.</a:t>
            </a:r>
          </a:p>
          <a:p>
            <a:r>
              <a:t>Information loss over long sequences creates a bottleneck for long-distance semantic dependencies.</a:t>
            </a:r>
          </a:p>
          <a:p>
            <a:r>
              <a:t>Transformers replace recurrence entirely with the Attention Mechanism, enabling complete parallelization.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Scaled Dot-Product Attention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Attention(Q, K, V) = softmax((Q * K^T) / sqrt(d_k)) * V</a:t>
            </a:r>
          </a:p>
          <a:p>
            <a:r>
              <a:t>Q (Queries), K (Keys), and V (Values) are linear projections of input embeddings.</a:t>
            </a:r>
          </a:p>
          <a:p>
            <a:r>
              <a:t>Scaling factor 1 / sqrt(d_k) prevents dot products from growing excessively large for large vector dimensions.</a:t>
            </a:r>
          </a:p>
          <a:p>
            <a:r>
              <a:t>Without scaling, the softmax function yields microscopic gradients that cause optimization stagnation.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Multi-Head Attention &amp; Positional Encodings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Multi-Head Attention splits Q, K, and V into h parallel representation subspaces.</a:t>
            </a:r>
          </a:p>
          <a:p>
            <a:r>
              <a:t>This allows the model to jointly attend to information from different representation positions.</a:t>
            </a:r>
          </a:p>
          <a:p>
            <a:r>
              <a:t>Positional Encodings (sinusoidal or learned) are added to input embeddings to inject sequence order.</a:t>
            </a:r>
          </a:p>
          <a:p>
            <a:r>
              <a:t>Because attention operations are permutation-invariant, positional encodings are essential for language syntax.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